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e87ce71b8cf4583" /><Relationship Type="http://schemas.openxmlformats.org/officeDocument/2006/relationships/extended-properties" Target="/docProps/app.xml" Id="R4cfa70827c554d73" /><Relationship Type="http://schemas.openxmlformats.org/officeDocument/2006/relationships/officeDocument" Target="/ppt/presentation.xml" Id="Rf1238c0fd4ab411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aa1a56087cd4468"/>
  </p:sldMasterIdLst>
  <p:notesMasterIdLst>
    <p:notesMasterId xmlns:r="http://schemas.openxmlformats.org/officeDocument/2006/relationships" r:id="Rdc87b7f3a4324a96"/>
  </p:notesMasterIdLst>
  <p:sldIdLst>
    <p:sldId xmlns:r="http://schemas.openxmlformats.org/officeDocument/2006/relationships" id="256" r:id="R496ad683691e4986"/>
    <p:sldId xmlns:r="http://schemas.openxmlformats.org/officeDocument/2006/relationships" id="257" r:id="R693afe4a8f7a4683"/>
    <p:sldId xmlns:r="http://schemas.openxmlformats.org/officeDocument/2006/relationships" id="258" r:id="Racca87e7fdc74763"/>
    <p:sldId xmlns:r="http://schemas.openxmlformats.org/officeDocument/2006/relationships" id="259" r:id="R3eacd5acfbde41a6"/>
    <p:sldId xmlns:r="http://schemas.openxmlformats.org/officeDocument/2006/relationships" id="260" r:id="R70286b0a17cf4e49"/>
    <p:sldId xmlns:r="http://schemas.openxmlformats.org/officeDocument/2006/relationships" id="261" r:id="Rf1cc7768d1064aa0"/>
    <p:sldId xmlns:r="http://schemas.openxmlformats.org/officeDocument/2006/relationships" id="262" r:id="R94ca55d5f60f4721"/>
    <p:sldId xmlns:r="http://schemas.openxmlformats.org/officeDocument/2006/relationships" id="263" r:id="Racb57bbbd25340fc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066154782114e66" /><Relationship Type="http://schemas.openxmlformats.org/officeDocument/2006/relationships/slideMaster" Target="/ppt/slideMasters/slideMaster1.xml" Id="Raaa1a56087cd4468" /><Relationship Type="http://schemas.openxmlformats.org/officeDocument/2006/relationships/notesMaster" Target="/ppt/notesMasters/notesMaster1.xml" Id="Rdc87b7f3a4324a96" /><Relationship Type="http://schemas.openxmlformats.org/officeDocument/2006/relationships/presProps" Target="/ppt/presProps.xml" Id="Rb9cdff9420f94f57" /><Relationship Type="http://schemas.openxmlformats.org/officeDocument/2006/relationships/viewProps" Target="/ppt/viewProps.xml" Id="R6db2bb3b58a94da6" /><Relationship Type="http://schemas.openxmlformats.org/officeDocument/2006/relationships/tableStyles" Target="/ppt/tableStyles.xml" Id="R4874ce71335a4540" /><Relationship Type="http://schemas.openxmlformats.org/officeDocument/2006/relationships/slide" Target="/ppt/slides/slide1.xml" Id="R496ad683691e4986" /><Relationship Type="http://schemas.openxmlformats.org/officeDocument/2006/relationships/slide" Target="/ppt/slides/slide2.xml" Id="R693afe4a8f7a4683" /><Relationship Type="http://schemas.openxmlformats.org/officeDocument/2006/relationships/slide" Target="/ppt/slides/slide3.xml" Id="Racca87e7fdc74763" /><Relationship Type="http://schemas.openxmlformats.org/officeDocument/2006/relationships/slide" Target="/ppt/slides/slide4.xml" Id="R3eacd5acfbde41a6" /><Relationship Type="http://schemas.openxmlformats.org/officeDocument/2006/relationships/slide" Target="/ppt/slides/slide5.xml" Id="R70286b0a17cf4e49" /><Relationship Type="http://schemas.openxmlformats.org/officeDocument/2006/relationships/slide" Target="/ppt/slides/slide6.xml" Id="Rf1cc7768d1064aa0" /><Relationship Type="http://schemas.openxmlformats.org/officeDocument/2006/relationships/slide" Target="/ppt/slides/slide7.xml" Id="R94ca55d5f60f4721" /><Relationship Type="http://schemas.openxmlformats.org/officeDocument/2006/relationships/slide" Target="/ppt/slides/slide8.xml" Id="Racb57bbbd25340f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92ec85fee134c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4db28c240f24e22" /><Relationship Type="http://schemas.openxmlformats.org/officeDocument/2006/relationships/notesMaster" Target="/ppt/notesMasters/notesMaster1.xml" Id="Rbb02a462e65746d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9470808530f4205" /><Relationship Type="http://schemas.openxmlformats.org/officeDocument/2006/relationships/notesMaster" Target="/ppt/notesMasters/notesMaster1.xml" Id="R55dc8c18c49046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a2b7294b9434f12" /><Relationship Type="http://schemas.openxmlformats.org/officeDocument/2006/relationships/notesMaster" Target="/ppt/notesMasters/notesMaster1.xml" Id="R0af51bce534643e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ab86058256b4d54" /><Relationship Type="http://schemas.openxmlformats.org/officeDocument/2006/relationships/notesMaster" Target="/ppt/notesMasters/notesMaster1.xml" Id="R7943f202600a4a7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3807c6fdfc84491" /><Relationship Type="http://schemas.openxmlformats.org/officeDocument/2006/relationships/notesMaster" Target="/ppt/notesMasters/notesMaster1.xml" Id="Rd9fea594dfb7404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e171f343cab4990" /><Relationship Type="http://schemas.openxmlformats.org/officeDocument/2006/relationships/notesMaster" Target="/ppt/notesMasters/notesMaster1.xml" Id="Rfee96f6f4ac6477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9c3f8e37a3943ba" /><Relationship Type="http://schemas.openxmlformats.org/officeDocument/2006/relationships/notesMaster" Target="/ppt/notesMasters/notesMaster1.xml" Id="Rbc1a9e0671b5478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1432cdf11a342ac" /><Relationship Type="http://schemas.openxmlformats.org/officeDocument/2006/relationships/notesMaster" Target="/ppt/notesMasters/notesMaster1.xml" Id="R91c2433e7acb4a0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Cues makes the path from a human request to a phone action visible. The user sees what the system understood, what the parser accepted, and what the runtime actually did.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People already describe a desired outcome in natural language. Cues accepts speech or text in the user's language, then creates one canonical English representation for the parser without making language a new setup task.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Opaque automation creates three failure modes: the request is misunderstood, the device context is wrong, or the user cannot reconstruct what happened. Cues treats each failure as a state to surface, not a reason to hide the result. A signal that cannot be read stays unknown through evaluation and into the receipt — unknown never quietly reads as "no", and it never grants permission to act either.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Sarvam handles translation only. Gemma handles intent normalization and repair. The deterministic grammar parser remains the authority for executable syntax. A user must still review, approve, and arm the routine — explained before it acts, granted the least access it needs, and never running further than the user put it.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loop is deliberately staged: capture intent, translate to English, normalize with Gemma, parse into a cue, resolve device and time context, present a review, then arm and execute. Receipts record the outcome for Insights. Worked example: "When I arrive at Office, text Mum I'm home" becomes a place-arrival trigger and a drafted message — reviewed and handed to the user's own messaging app, never sent on the app's own authority.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Local-first: inference and decisions run on-device by default. Explain-before-acting: every routine renders as WHEN / IF / DO / UNTIL / RESTORE before it can arm. Least privilege: each permission request is derived from what the routine does, asked for once it creates visible value. Human control: nothing executes until the user approves and arms it. Provenance: every drafted routine names the drafter that produced it. Fail safely: a blocked action is a PARTIAL session, never a quiet success, and cleanup only ever releases what Cues itself owns. That combination turns a clever suggestion into a shortcut a user can safely keep.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next milestone is a reliable daily loop across time, charger, and device context. After that foundation is stable, Cues can add richer sensors and more capable actions without weakening the safety boundary.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632fb31cf24fd7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453d904131847db" /><Relationship Type="http://schemas.openxmlformats.org/officeDocument/2006/relationships/slideLayout" Target="/ppt/slideLayouts/slideLayout1.xml" Id="Rabb0e795dddf4261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bb0e795dddf4261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1aeb018d2f4976" /><Relationship Type="http://schemas.openxmlformats.org/officeDocument/2006/relationships/notesSlide" Target="/ppt/notesSlides/notesSlide1.xml" Id="Rfe0b568258d244b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cdfbd85c8e4b26" /><Relationship Type="http://schemas.openxmlformats.org/officeDocument/2006/relationships/notesSlide" Target="/ppt/notesSlides/notesSlide2.xml" Id="R8050a552e57d4c8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67ccd6acf34ff0" /><Relationship Type="http://schemas.openxmlformats.org/officeDocument/2006/relationships/notesSlide" Target="/ppt/notesSlides/notesSlide3.xml" Id="R812f895a9e5f4b2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ad6a5ffd4340ef" /><Relationship Type="http://schemas.openxmlformats.org/officeDocument/2006/relationships/notesSlide" Target="/ppt/notesSlides/notesSlide4.xml" Id="Rfa9b86b41a7049d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b75575bab0453a" /><Relationship Type="http://schemas.openxmlformats.org/officeDocument/2006/relationships/notesSlide" Target="/ppt/notesSlides/notesSlide5.xml" Id="Rc9863c6d3ff84f8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d73581426a4155" /><Relationship Type="http://schemas.openxmlformats.org/officeDocument/2006/relationships/notesSlide" Target="/ppt/notesSlides/notesSlide6.xml" Id="Rc5ee3dde20b744f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57583a98494642" /><Relationship Type="http://schemas.openxmlformats.org/officeDocument/2006/relationships/notesSlide" Target="/ppt/notesSlides/notesSlide7.xml" Id="R826ca77c2703401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713812a0984193" /><Relationship Type="http://schemas.openxmlformats.org/officeDocument/2006/relationships/notesSlide" Target="/ppt/notesSlides/notesSlide8.xml" Id="R12a6524598e44b9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E11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CE42538-3E26-4301-9ADC-CBD3B10B7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1097280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400" b="1">
                <a:solidFill>
                  <a:srgbClr val="F5F7FF"/>
                </a:solidFill>
                <a:latin typeface="Arial"/>
                <a:ea typeface="Arial"/>
                <a:cs typeface="Arial"/>
              </a:rPr>
              <a:t>Cues</a:t>
            </a:r>
            <a:endParaRPr sz="44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369EC82-121E-4335-A0A7-5360419AF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576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>
                <a:solidFill>
                  <a:srgbClr val="B7C0D3"/>
                </a:solidFill>
                <a:latin typeface="Arial"/>
                <a:ea typeface="Arial"/>
                <a:cs typeface="Arial"/>
              </a:rPr>
              <a:t>Cues: the trustworthy AI shortcut layer for Android</a:t>
            </a:r>
            <a:endParaRPr sz="2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A28A91A-C47E-49A4-BE05-5BD0A466D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1264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B7C0D3"/>
                </a:solidFill>
                <a:latin typeface="Arial"/>
                <a:ea typeface="Arial"/>
                <a:cs typeface="Arial"/>
              </a:rPr>
              <a:t>Generated by HyperDeck • 8 slides • pitch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4060799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E11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2B4C53A-D723-4039-A7E8-17160D3C2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A8FE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B0895C5-E0F6-4A7F-BECD-BDB9A37B8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237744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A8FE"/>
          </a:solidFill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0E1118"/>
                </a:solidFill>
                <a:latin typeface="Arial"/>
                <a:ea typeface="Arial"/>
                <a:cs typeface="Arial"/>
              </a:rPr>
              <a:t>MOTION</a:t>
            </a:r>
            <a:endParaRPr sz="12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603C69B-1A6E-4D2C-B570-08CFFF5CC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97280"/>
            <a:ext cx="108813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5F7FF"/>
                </a:solidFill>
                <a:latin typeface="Arial"/>
                <a:ea typeface="Arial"/>
                <a:cs typeface="Arial"/>
              </a:rPr>
              <a:t>A shortcut is a promise we can prove</a:t>
            </a:r>
            <a:endParaRPr sz="30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5DFD88A-EEFE-4414-98C4-7678FF586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94560"/>
            <a:ext cx="10881360" cy="3017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B7C0D3"/>
                </a:solidFill>
                <a:latin typeface="Arial"/>
                <a:ea typeface="Arial"/>
                <a:cs typeface="Arial"/>
              </a:rPr>
              <a:t>Cues makes the path from a human request to a phone action visible. The user sees what the system understood, what the parser accepted, and what the runtime actually did.</a:t>
            </a:r>
            <a:endParaRPr sz="1800"/>
          </a:p>
        </p:txBody>
      </p:sp>
    </p:spTree>
    <p:extLst>
      <p:ext uri="{BB962C8B-B14F-4D97-AF65-F5344CB8AC3E}">
        <p14:creationId xmlns:p14="http://schemas.microsoft.com/office/powerpoint/2010/main" val="16745724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E11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B63CD03-A489-4626-AE49-1068FB453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A8FE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2141186-1858-4AB8-837A-64D71B61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237744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A8FE"/>
          </a:solidFill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0E1118"/>
                </a:solidFill>
                <a:latin typeface="Arial"/>
                <a:ea typeface="Arial"/>
                <a:cs typeface="Arial"/>
              </a:rPr>
              <a:t>MOTION</a:t>
            </a:r>
            <a:endParaRPr sz="12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47D7544-7BC0-4F84-91D3-1231E4512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97280"/>
            <a:ext cx="108813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5F7FF"/>
                </a:solidFill>
                <a:latin typeface="Arial"/>
                <a:ea typeface="Arial"/>
                <a:cs typeface="Arial"/>
              </a:rPr>
              <a:t>Voice is the shortest path to intent</a:t>
            </a:r>
            <a:endParaRPr sz="30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3CA81F2-C87E-492A-9D5E-F1C19FED8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94560"/>
            <a:ext cx="10881360" cy="3017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B7C0D3"/>
                </a:solidFill>
                <a:latin typeface="Arial"/>
                <a:ea typeface="Arial"/>
                <a:cs typeface="Arial"/>
              </a:rPr>
              <a:t>People already describe a desired outcome in natural language. Cues accepts speech or text in the user's language, then creates one canonical English representation for the parser without making language a new setup task.</a:t>
            </a:r>
            <a:endParaRPr sz="1800"/>
          </a:p>
        </p:txBody>
      </p:sp>
    </p:spTree>
    <p:extLst>
      <p:ext uri="{BB962C8B-B14F-4D97-AF65-F5344CB8AC3E}">
        <p14:creationId xmlns:p14="http://schemas.microsoft.com/office/powerpoint/2010/main" val="17080143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E11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05AA2B4-8D4A-458E-B781-029C0DA95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A8FE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2233712-5591-4C04-848D-7F42E8ADB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237744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A8FE"/>
          </a:solidFill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0E1118"/>
                </a:solidFill>
                <a:latin typeface="Arial"/>
                <a:ea typeface="Arial"/>
                <a:cs typeface="Arial"/>
              </a:rPr>
              <a:t>MOTION</a:t>
            </a:r>
            <a:endParaRPr sz="12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AE89FC0-DF4E-4F62-8476-14084711A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97280"/>
            <a:ext cx="108813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5F7FF"/>
                </a:solidFill>
                <a:latin typeface="Arial"/>
                <a:ea typeface="Arial"/>
                <a:cs typeface="Arial"/>
              </a:rPr>
              <a:t>Automation is powerful, but not trustworthy by default</a:t>
            </a:r>
            <a:endParaRPr sz="30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C235DDA-2C66-4C06-83CC-C4F9D19E5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94560"/>
            <a:ext cx="10881360" cy="3017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B7C0D3"/>
                </a:solidFill>
                <a:latin typeface="Arial"/>
                <a:ea typeface="Arial"/>
                <a:cs typeface="Arial"/>
              </a:rPr>
              <a:t>Opaque automation creates three failure modes: the request is misunderstood, the device context is wrong, or the user cannot reconstruct what happened. Cues treats each failure as a state to surface, not a reason to hide the result. A signal that cannot be read stays unknown through evaluation and into the receipt — unknown never quietly reads as "no", and it never grants permission to act either.</a:t>
            </a:r>
            <a:endParaRPr sz="1800"/>
          </a:p>
        </p:txBody>
      </p:sp>
    </p:spTree>
    <p:extLst>
      <p:ext uri="{BB962C8B-B14F-4D97-AF65-F5344CB8AC3E}">
        <p14:creationId xmlns:p14="http://schemas.microsoft.com/office/powerpoint/2010/main" val="158990762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E11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3BF6118-DD4E-4A38-BAEA-178193CD1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A8FE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1561734-146B-47D2-963D-EEF126D8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237744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A8FE"/>
          </a:solidFill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0E1118"/>
                </a:solidFill>
                <a:latin typeface="Arial"/>
                <a:ea typeface="Arial"/>
                <a:cs typeface="Arial"/>
              </a:rPr>
              <a:t>MOTION</a:t>
            </a:r>
            <a:endParaRPr sz="12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0D9027D-19D6-4058-9A4D-006525E5E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97280"/>
            <a:ext cx="108813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5F7FF"/>
                </a:solidFill>
                <a:latin typeface="Arial"/>
                <a:ea typeface="Arial"/>
                <a:cs typeface="Arial"/>
              </a:rPr>
              <a:t>Cues separates language from authority</a:t>
            </a:r>
            <a:endParaRPr sz="30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1C09A78-81CD-43CE-A1CD-80C1BE51B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94560"/>
            <a:ext cx="10881360" cy="3017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B7C0D3"/>
                </a:solidFill>
                <a:latin typeface="Arial"/>
                <a:ea typeface="Arial"/>
                <a:cs typeface="Arial"/>
              </a:rPr>
              <a:t>Sarvam handles translation only. Gemma handles intent normalization and repair. The deterministic grammar parser remains the authority for executable syntax. A user must still review, approve, and arm the routine — explained before it acts, granted the least access it needs, and never running further than the user put it.</a:t>
            </a:r>
            <a:endParaRPr sz="1800"/>
          </a:p>
        </p:txBody>
      </p:sp>
    </p:spTree>
    <p:extLst>
      <p:ext uri="{BB962C8B-B14F-4D97-AF65-F5344CB8AC3E}">
        <p14:creationId xmlns:p14="http://schemas.microsoft.com/office/powerpoint/2010/main" val="7436750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E11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16758C-0115-47EB-A368-AE02360ED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A8FE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2722AA8-8D0E-4AC2-A33D-0CFE248F0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237744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A8FE"/>
          </a:solidFill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0E1118"/>
                </a:solidFill>
                <a:latin typeface="Arial"/>
                <a:ea typeface="Arial"/>
                <a:cs typeface="Arial"/>
              </a:rPr>
              <a:t>CONSTELLATION</a:t>
            </a:r>
            <a:endParaRPr sz="12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89B464C-38CD-4980-9406-F6DC639D4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97280"/>
            <a:ext cx="108813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5F7FF"/>
                </a:solidFill>
                <a:latin typeface="Arial"/>
                <a:ea typeface="Arial"/>
                <a:cs typeface="Arial"/>
              </a:rPr>
              <a:t>From spoken intent to an armed routine</a:t>
            </a:r>
            <a:endParaRPr sz="30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6494270-81B6-4BDA-ABB8-E79AB4B31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94560"/>
            <a:ext cx="10881360" cy="3017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B7C0D3"/>
                </a:solidFill>
                <a:latin typeface="Arial"/>
                <a:ea typeface="Arial"/>
                <a:cs typeface="Arial"/>
              </a:rPr>
              <a:t>The loop is deliberately staged: capture intent, translate to English, normalize with Gemma, parse into a cue, resolve device and time context, present a review, then arm and execute. Receipts record the outcome for Insights. Worked example: "When I arrive at Office, text Mum I'm home" becomes a place-arrival trigger and a drafted message — reviewed and handed to the user's own messaging app, never sent on the app's own authority.</a:t>
            </a:r>
            <a:endParaRPr sz="18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D77382E-1DA3-48E9-B53D-19DAA6950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03520"/>
            <a:ext cx="1088136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B7C0D3"/>
                </a:solidFill>
                <a:latin typeface="Courier New"/>
                <a:ea typeface="Courier New"/>
                <a:cs typeface="Courier New"/>
              </a:rPr>
              <a:t>app/src/main/kotlin/com/cues/app/ui/ask/AskScreen.kt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B7C0D3"/>
                </a:solidFill>
                <a:latin typeface="Courier New"/>
                <a:ea typeface="Courier New"/>
                <a:cs typeface="Courier New"/>
              </a:rPr>
              <a:t>app/src/main/kotlin/com/cues/app/drafting/OnDeviceLlmDrafter.kt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B7C0D3"/>
                </a:solidFill>
                <a:latin typeface="Courier New"/>
                <a:ea typeface="Courier New"/>
                <a:cs typeface="Courier New"/>
              </a:rPr>
              <a:t>app/src/main/kotlin/com/cues/app/drafting/SarvamChatDrafter.kt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B7C0D3"/>
                </a:solidFill>
                <a:latin typeface="Courier New"/>
                <a:ea typeface="Courier New"/>
                <a:cs typeface="Courier New"/>
              </a:rPr>
              <a:t>app/src/main/kotlin/com/cues/app/net/SarvamClient.kt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B7C0D3"/>
                </a:solidFill>
                <a:latin typeface="Courier New"/>
                <a:ea typeface="Courier New"/>
                <a:cs typeface="Courier New"/>
              </a:rPr>
              <a:t>core/src/main/kotlin/com/cues/core/drafting/GrammarParser.kt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B7C0D3"/>
                </a:solidFill>
                <a:latin typeface="Courier New"/>
                <a:ea typeface="Courier New"/>
                <a:cs typeface="Courier New"/>
              </a:rPr>
              <a:t>app/src/main/kotlin/com/cues/app/runtime/PowerReceiver.kt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B7C0D3"/>
                </a:solidFill>
                <a:latin typeface="Courier New"/>
                <a:ea typeface="Courier New"/>
                <a:cs typeface="Courier New"/>
              </a:rPr>
              <a:t>app/src/main/kotlin/com/cues/app/runtime/TimeTriggerReceiver.kt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B7C0D3"/>
                </a:solidFill>
                <a:latin typeface="Courier New"/>
                <a:ea typeface="Courier New"/>
                <a:cs typeface="Courier New"/>
              </a:rPr>
              <a:t>app/src/main/kotlin/com/cues/app/ui/insights/InsightsScreen.kt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92624808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E11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FA90FAD-ACD1-4065-B257-D7EA089E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A8FE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D8BB80B-18B5-4E07-99C3-F96FE00E3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237744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A8FE"/>
          </a:solidFill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0E1118"/>
                </a:solidFill>
                <a:latin typeface="Arial"/>
                <a:ea typeface="Arial"/>
                <a:cs typeface="Arial"/>
              </a:rPr>
              <a:t>MOTION</a:t>
            </a:r>
            <a:endParaRPr sz="12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C565F2B-098F-450D-BFE3-866D18286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97280"/>
            <a:ext cx="108813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5F7FF"/>
                </a:solidFill>
                <a:latin typeface="Arial"/>
                <a:ea typeface="Arial"/>
                <a:cs typeface="Arial"/>
              </a:rPr>
              <a:t>Why Cues wins the trust layer</a:t>
            </a:r>
            <a:endParaRPr sz="30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6186516-52DA-4B53-B29B-71355F0C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94560"/>
            <a:ext cx="10881360" cy="3017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B7C0D3"/>
                </a:solidFill>
                <a:latin typeface="Arial"/>
                <a:ea typeface="Arial"/>
                <a:cs typeface="Arial"/>
              </a:rPr>
              <a:t>Local-first: inference and decisions run on-device by default. Explain-before-acting: every routine renders as WHEN / IF / DO / UNTIL / RESTORE before it can arm. Least privilege: each permission request is derived from what the routine does, asked for once it creates visible value. Human control: nothing executes until the user approves and arms it. Provenance: every drafted routine names the drafter that produced it. Fail safely: a blocked action is a PARTIAL session, never a quiet success, and cleanup only ever releases what Cues itself owns. That combination turns a clever suggestion into a shortcut a user can safely keep.</a:t>
            </a:r>
            <a:endParaRPr sz="1800"/>
          </a:p>
        </p:txBody>
      </p:sp>
    </p:spTree>
    <p:extLst>
      <p:ext uri="{BB962C8B-B14F-4D97-AF65-F5344CB8AC3E}">
        <p14:creationId xmlns:p14="http://schemas.microsoft.com/office/powerpoint/2010/main" val="118410342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E11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2BD0ECC-49C7-4342-904D-C94D8FD15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A8FE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A2FF4D5-1773-41AA-9030-6057EC2E3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"/>
            <a:ext cx="237744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A8FE"/>
          </a:solidFill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0E1118"/>
                </a:solidFill>
                <a:latin typeface="Arial"/>
                <a:ea typeface="Arial"/>
                <a:cs typeface="Arial"/>
              </a:rPr>
              <a:t>MOTION</a:t>
            </a:r>
            <a:endParaRPr sz="12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C807095-A26D-434C-9E86-9C2C08EBE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97280"/>
            <a:ext cx="108813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5F7FF"/>
                </a:solidFill>
                <a:latin typeface="Arial"/>
                <a:ea typeface="Arial"/>
                <a:cs typeface="Arial"/>
              </a:rPr>
              <a:t>Ship the loop, then expand the surface</a:t>
            </a:r>
            <a:endParaRPr sz="30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82A05A2-9E3D-4C5A-891D-3EFF0BBD2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94560"/>
            <a:ext cx="10881360" cy="3017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B7C0D3"/>
                </a:solidFill>
                <a:latin typeface="Arial"/>
                <a:ea typeface="Arial"/>
                <a:cs typeface="Arial"/>
              </a:rPr>
              <a:t>The next milestone is a reliable daily loop across time, charger, and device context. After that foundation is stable, Cues can add richer sensors and more capable actions without weakening the safety boundary.</a:t>
            </a:r>
            <a:endParaRPr sz="1800"/>
          </a:p>
        </p:txBody>
      </p:sp>
    </p:spTree>
    <p:extLst>
      <p:ext uri="{BB962C8B-B14F-4D97-AF65-F5344CB8AC3E}">
        <p14:creationId xmlns:p14="http://schemas.microsoft.com/office/powerpoint/2010/main" val="64777819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2026-09-26T16:33:30.0490000Z</dcterms:created>
  <dcterms:modified xsi:type="dcterms:W3CDTF">2026-09-26T16:33:30.0490000Z</dcterms:modified>
</coreProperties>
</file>