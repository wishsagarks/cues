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bed22ee98143a6" /><Relationship Type="http://schemas.openxmlformats.org/officeDocument/2006/relationships/extended-properties" Target="/docProps/app.xml" Id="Raf92703442754fb3" /><Relationship Type="http://schemas.openxmlformats.org/officeDocument/2006/relationships/officeDocument" Target="/ppt/presentation.xml" Id="R6133ffbfd9844e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55d7630940483c"/>
  </p:sldMasterIdLst>
  <p:notesMasterIdLst>
    <p:notesMasterId xmlns:r="http://schemas.openxmlformats.org/officeDocument/2006/relationships" r:id="R95279ba974ed48b6"/>
  </p:notesMasterIdLst>
  <p:sldIdLst>
    <p:sldId xmlns:r="http://schemas.openxmlformats.org/officeDocument/2006/relationships" id="256" r:id="Rc4b8f8d505264f4d"/>
    <p:sldId xmlns:r="http://schemas.openxmlformats.org/officeDocument/2006/relationships" id="257" r:id="R0ee5da51d1a6443d"/>
    <p:sldId xmlns:r="http://schemas.openxmlformats.org/officeDocument/2006/relationships" id="258" r:id="Re601b03834e14e9a"/>
    <p:sldId xmlns:r="http://schemas.openxmlformats.org/officeDocument/2006/relationships" id="259" r:id="Ra2ecf9d8e0274ea1"/>
    <p:sldId xmlns:r="http://schemas.openxmlformats.org/officeDocument/2006/relationships" id="260" r:id="Rdb66338da862479f"/>
    <p:sldId xmlns:r="http://schemas.openxmlformats.org/officeDocument/2006/relationships" id="261" r:id="Rf68a52d6790b4200"/>
    <p:sldId xmlns:r="http://schemas.openxmlformats.org/officeDocument/2006/relationships" id="262" r:id="Rb5bea29a6e4f4e0f"/>
    <p:sldId xmlns:r="http://schemas.openxmlformats.org/officeDocument/2006/relationships" id="263" r:id="Rb28b3f6a7dce41a9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e9e8603b374c80" /><Relationship Type="http://schemas.openxmlformats.org/officeDocument/2006/relationships/slideMaster" Target="/ppt/slideMasters/slideMaster1.xml" Id="Re055d7630940483c" /><Relationship Type="http://schemas.openxmlformats.org/officeDocument/2006/relationships/notesMaster" Target="/ppt/notesMasters/notesMaster1.xml" Id="R95279ba974ed48b6" /><Relationship Type="http://schemas.openxmlformats.org/officeDocument/2006/relationships/presProps" Target="/ppt/presProps.xml" Id="R656b1ee748db4736" /><Relationship Type="http://schemas.openxmlformats.org/officeDocument/2006/relationships/viewProps" Target="/ppt/viewProps.xml" Id="R7a712cdadf0849c1" /><Relationship Type="http://schemas.openxmlformats.org/officeDocument/2006/relationships/tableStyles" Target="/ppt/tableStyles.xml" Id="R65195c6280f0425f" /><Relationship Type="http://schemas.openxmlformats.org/officeDocument/2006/relationships/slide" Target="/ppt/slides/slide1.xml" Id="Rc4b8f8d505264f4d" /><Relationship Type="http://schemas.openxmlformats.org/officeDocument/2006/relationships/slide" Target="/ppt/slides/slide2.xml" Id="R0ee5da51d1a6443d" /><Relationship Type="http://schemas.openxmlformats.org/officeDocument/2006/relationships/slide" Target="/ppt/slides/slide3.xml" Id="Re601b03834e14e9a" /><Relationship Type="http://schemas.openxmlformats.org/officeDocument/2006/relationships/slide" Target="/ppt/slides/slide4.xml" Id="Ra2ecf9d8e0274ea1" /><Relationship Type="http://schemas.openxmlformats.org/officeDocument/2006/relationships/slide" Target="/ppt/slides/slide5.xml" Id="Rdb66338da862479f" /><Relationship Type="http://schemas.openxmlformats.org/officeDocument/2006/relationships/slide" Target="/ppt/slides/slide6.xml" Id="Rf68a52d6790b4200" /><Relationship Type="http://schemas.openxmlformats.org/officeDocument/2006/relationships/slide" Target="/ppt/slides/slide7.xml" Id="Rb5bea29a6e4f4e0f" /><Relationship Type="http://schemas.openxmlformats.org/officeDocument/2006/relationships/slide" Target="/ppt/slides/slide8.xml" Id="Rb28b3f6a7dce41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9d0fd8cd5746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b3755940584ce4" /><Relationship Type="http://schemas.openxmlformats.org/officeDocument/2006/relationships/notesMaster" Target="/ppt/notesMasters/notesMaster1.xml" Id="R5d3538f5b44846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33e72f07624a60" /><Relationship Type="http://schemas.openxmlformats.org/officeDocument/2006/relationships/notesMaster" Target="/ppt/notesMasters/notesMaster1.xml" Id="R5d0a55e40acb4f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1a9c31c25d4ec1" /><Relationship Type="http://schemas.openxmlformats.org/officeDocument/2006/relationships/notesMaster" Target="/ppt/notesMasters/notesMaster1.xml" Id="R81702e3c41fe4a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5e4223ed614830" /><Relationship Type="http://schemas.openxmlformats.org/officeDocument/2006/relationships/notesMaster" Target="/ppt/notesMasters/notesMaster1.xml" Id="R6fb88ebac00642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75cc5ff89e4324" /><Relationship Type="http://schemas.openxmlformats.org/officeDocument/2006/relationships/notesMaster" Target="/ppt/notesMasters/notesMaster1.xml" Id="Re0d203f0419446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0408db090e4c7b" /><Relationship Type="http://schemas.openxmlformats.org/officeDocument/2006/relationships/notesMaster" Target="/ppt/notesMasters/notesMaster1.xml" Id="Re823c4e93ade4a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b418926cb04493" /><Relationship Type="http://schemas.openxmlformats.org/officeDocument/2006/relationships/notesMaster" Target="/ppt/notesMasters/notesMaster1.xml" Id="Re1759627c47843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c126fd7a684bb7" /><Relationship Type="http://schemas.openxmlformats.org/officeDocument/2006/relationships/notesMaster" Target="/ppt/notesMasters/notesMaster1.xml" Id="R017e98ffd3fe45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Cues makes the path from a human request to a phone action visible. The user sees what the system understood, what the parser accepted, and what the runtime actually did.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People already describe a desired outcome in natural language. Cues accepts speech or text in the user's language, then creates one canonical English representation for the parser without making language a new setup task.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Opaque automation creates three failure modes: the request is misunderstood, the device context is wrong, or the user cannot reconstruct what happened. Cues treats each failure as a state to surface, not a reason to hide the result. A signal that cannot be read stays unknown through evaluation and into the receipt — unknown never quietly reads as "no", and it never grants permission to act either.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Sarvam handles translation only. Gemma handles intent normalization and repair. The deterministic grammar parser remains the authority for executable syntax. A user must still review, approve, and arm the routine — explained before it acts, granted the least access it needs, and never running further than the user put it.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loop is deliberately staged: capture intent, translate to English, normalize with Gemma, parse into a cue, resolve device and time context, present a review, then arm and execute. Receipts record the outcome for Insights. Worked example: "When I arrive at Office, text Mum I'm home" becomes a place-arrival trigger and a drafted message — reviewed and handed to the user's own messaging app, never sent on the app's own authority.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Local-first: inference and decisions run on-device by default. Explain-before-acting: every routine renders as WHEN / IF / DO / UNTIL / RESTORE before it can arm. Least privilege: each permission request is derived from what the routine does, asked for once it creates visible value. Human control: nothing executes until the user approves and arms it. Provenance: every drafted routine names the drafter that produced it. Fail safely: a blocked action is a PARTIAL session, never a quiet success, and cleanup only ever releases what Cues itself owns. That combination turns a clever suggestion into a shortcut a user can safely keep.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next milestone is a reliable daily loop across time, charger, and device context. After that foundation is stable, Cues can add richer sensors and more capable actions without weakening the safety boundary.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a50f2efee4ce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e2335f2f594b84" /><Relationship Type="http://schemas.openxmlformats.org/officeDocument/2006/relationships/slideLayout" Target="/ppt/slideLayouts/slideLayout1.xml" Id="R863a2437654e42d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3a2437654e42d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32e3128ff417e" /><Relationship Type="http://schemas.openxmlformats.org/officeDocument/2006/relationships/notesSlide" Target="/ppt/notesSlides/notesSlide1.xml" Id="Re8d1de28d33e40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b017d89b942cf" /><Relationship Type="http://schemas.openxmlformats.org/officeDocument/2006/relationships/notesSlide" Target="/ppt/notesSlides/notesSlide2.xml" Id="Ra32a17b1563b43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62fcd6a4c4db4" /><Relationship Type="http://schemas.openxmlformats.org/officeDocument/2006/relationships/notesSlide" Target="/ppt/notesSlides/notesSlide3.xml" Id="Red028a983d0a46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4bd214a524db0" /><Relationship Type="http://schemas.openxmlformats.org/officeDocument/2006/relationships/notesSlide" Target="/ppt/notesSlides/notesSlide4.xml" Id="Rac84f718a6e346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bc8d1805f4d4b" /><Relationship Type="http://schemas.openxmlformats.org/officeDocument/2006/relationships/notesSlide" Target="/ppt/notesSlides/notesSlide5.xml" Id="Rbf3d734913824f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c4e4ec5c445cb" /><Relationship Type="http://schemas.openxmlformats.org/officeDocument/2006/relationships/notesSlide" Target="/ppt/notesSlides/notesSlide6.xml" Id="Ra3ef76a96d2648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9f9699a044f77" /><Relationship Type="http://schemas.openxmlformats.org/officeDocument/2006/relationships/notesSlide" Target="/ppt/notesSlides/notesSlide7.xml" Id="Rae29ac3b788243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94bbbc0404a60" /><Relationship Type="http://schemas.openxmlformats.org/officeDocument/2006/relationships/notesSlide" Target="/ppt/notesSlides/notesSlide8.xml" Id="R62443c05e85348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3BDDD83-7075-49B4-9696-E27F0582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109728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2F4EE"/>
                </a:solidFill>
                <a:latin typeface="Arial"/>
                <a:ea typeface="Arial"/>
                <a:cs typeface="Arial"/>
              </a:rPr>
              <a:t>Cues</a:t>
            </a:r>
            <a:endParaRPr sz="4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6B7F90-F27D-4820-A817-E30BF0EC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9CAAA9"/>
                </a:solidFill>
                <a:latin typeface="Arial"/>
                <a:ea typeface="Arial"/>
                <a:cs typeface="Arial"/>
              </a:rPr>
              <a:t>Cues: the trustworthy AI shortcut layer for Android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7D2ABB7-B407-4FF3-B8BF-9AADBD29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264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CAAA9"/>
                </a:solidFill>
                <a:latin typeface="Arial"/>
                <a:ea typeface="Arial"/>
                <a:cs typeface="Arial"/>
              </a:rPr>
              <a:t>Generated by HyperDeck • 8 slides • pitch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25167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08DB43F-E53E-4140-AB1B-56F2D66E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C7548A-1AB5-49E4-B95B-8519F69F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23774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0F12"/>
                </a:solidFill>
                <a:latin typeface="Arial"/>
                <a:ea typeface="Arial"/>
                <a:cs typeface="Arial"/>
              </a:rPr>
              <a:t>MOTION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AD203A-C9CC-4E57-A1AB-8866DF5D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881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2F4EE"/>
                </a:solidFill>
                <a:latin typeface="Arial"/>
                <a:ea typeface="Arial"/>
                <a:cs typeface="Arial"/>
              </a:rPr>
              <a:t>A shortcut is a promise we can prove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8D3BA2-7C89-4682-83FD-232A0802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108813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9CAAA9"/>
                </a:solidFill>
                <a:latin typeface="Arial"/>
                <a:ea typeface="Arial"/>
                <a:cs typeface="Arial"/>
              </a:rPr>
              <a:t>Cues makes the path from a human request to a phone action visible. The user sees what the system understood, what the parser accepted, and what the runtime actually did.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30236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C569127-680E-4154-AA89-DEBB2518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4C99A64-A054-4FCC-8442-6817E637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23774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0F12"/>
                </a:solidFill>
                <a:latin typeface="Arial"/>
                <a:ea typeface="Arial"/>
                <a:cs typeface="Arial"/>
              </a:rPr>
              <a:t>MOTION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5E999F-9FBB-4FC9-A44E-1C3CE0D2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881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2F4EE"/>
                </a:solidFill>
                <a:latin typeface="Arial"/>
                <a:ea typeface="Arial"/>
                <a:cs typeface="Arial"/>
              </a:rPr>
              <a:t>Voice is the shortest path to intent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F633250-C1C1-4E03-9F78-A2CF546B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108813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9CAAA9"/>
                </a:solidFill>
                <a:latin typeface="Arial"/>
                <a:ea typeface="Arial"/>
                <a:cs typeface="Arial"/>
              </a:rPr>
              <a:t>People already describe a desired outcome in natural language. Cues accepts speech or text in the user's language, then creates one canonical English representation for the parser without making language a new setup task.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0355063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1E916C-B5DD-488F-B590-04EA036B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04F49AB-2302-4370-BACA-C90174E5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23774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0F12"/>
                </a:solidFill>
                <a:latin typeface="Arial"/>
                <a:ea typeface="Arial"/>
                <a:cs typeface="Arial"/>
              </a:rPr>
              <a:t>MOTION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7471C87-8CDA-4B2C-8C76-0BA868CD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881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2F4EE"/>
                </a:solidFill>
                <a:latin typeface="Arial"/>
                <a:ea typeface="Arial"/>
                <a:cs typeface="Arial"/>
              </a:rPr>
              <a:t>Automation is powerful, but not trustworthy by default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A6AAA1-B13D-4E96-94A4-92B70A5B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108813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9CAAA9"/>
                </a:solidFill>
                <a:latin typeface="Arial"/>
                <a:ea typeface="Arial"/>
                <a:cs typeface="Arial"/>
              </a:rPr>
              <a:t>Opaque automation creates three failure modes: the request is misunderstood, the device context is wrong, or the user cannot reconstruct what happened. Cues treats each failure as a state to surface, not a reason to hide the result. A signal that cannot be read stays unknown through evaluation and into the receipt — unknown never quietly reads as "no", and it never grants permission to act either.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5490968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1C288F7-28BD-472F-8C87-F1CB8FD5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1F08142-9E25-4710-B484-A686815D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23774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0F12"/>
                </a:solidFill>
                <a:latin typeface="Arial"/>
                <a:ea typeface="Arial"/>
                <a:cs typeface="Arial"/>
              </a:rPr>
              <a:t>MOTION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2B808B3-78A0-494C-AF02-FDC71488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881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2F4EE"/>
                </a:solidFill>
                <a:latin typeface="Arial"/>
                <a:ea typeface="Arial"/>
                <a:cs typeface="Arial"/>
              </a:rPr>
              <a:t>Cues separates language from authority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609BF40-D1C9-4218-B49B-F7B3416C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108813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9CAAA9"/>
                </a:solidFill>
                <a:latin typeface="Arial"/>
                <a:ea typeface="Arial"/>
                <a:cs typeface="Arial"/>
              </a:rPr>
              <a:t>Sarvam handles translation only. Gemma handles intent normalization and repair. The deterministic grammar parser remains the authority for executable syntax. A user must still review, approve, and arm the routine — explained before it acts, granted the least access it needs, and never running further than the user put it.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567066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CE593A3-9134-4E69-93B7-DC56F4AE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12C6A8E-092F-4F74-BD6F-C4BCF11B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23774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0F12"/>
                </a:solidFill>
                <a:latin typeface="Arial"/>
                <a:ea typeface="Arial"/>
                <a:cs typeface="Arial"/>
              </a:rPr>
              <a:t>CONSTELLATION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C35B71D-64C7-4693-A1AF-41C96453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881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2F4EE"/>
                </a:solidFill>
                <a:latin typeface="Arial"/>
                <a:ea typeface="Arial"/>
                <a:cs typeface="Arial"/>
              </a:rPr>
              <a:t>From spoken intent to an armed routine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2E0422-D448-44C4-91A7-AECCA3F0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108813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9CAAA9"/>
                </a:solidFill>
                <a:latin typeface="Arial"/>
                <a:ea typeface="Arial"/>
                <a:cs typeface="Arial"/>
              </a:rPr>
              <a:t>The loop is deliberately staged: capture intent, translate to English, normalize with Gemma, parse into a cue, resolve device and time context, present a review, then arm and execute. Receipts record the outcome for Insights. Worked example: "When I arrive at Office, text Mum I'm home" becomes a place-arrival trigger and a drafted message — reviewed and handed to the user's own messaging app, never sent on the app's own authority.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6632AE4-1B4E-4744-9C82-BB9A7603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108813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CAAA9"/>
                </a:solidFill>
                <a:latin typeface="Courier New"/>
                <a:ea typeface="Courier New"/>
                <a:cs typeface="Courier New"/>
              </a:rPr>
              <a:t>app/src/main/kotlin/com/cues/app/ui/ask/AskScreen.kt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CAAA9"/>
                </a:solidFill>
                <a:latin typeface="Courier New"/>
                <a:ea typeface="Courier New"/>
                <a:cs typeface="Courier New"/>
              </a:rPr>
              <a:t>app/src/main/kotlin/com/cues/app/drafting/OnDeviceLlmDrafter.kt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CAAA9"/>
                </a:solidFill>
                <a:latin typeface="Courier New"/>
                <a:ea typeface="Courier New"/>
                <a:cs typeface="Courier New"/>
              </a:rPr>
              <a:t>app/src/main/kotlin/com/cues/app/drafting/SarvamChatDrafter.kt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CAAA9"/>
                </a:solidFill>
                <a:latin typeface="Courier New"/>
                <a:ea typeface="Courier New"/>
                <a:cs typeface="Courier New"/>
              </a:rPr>
              <a:t>app/src/main/kotlin/com/cues/app/net/SarvamClient.kt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CAAA9"/>
                </a:solidFill>
                <a:latin typeface="Courier New"/>
                <a:ea typeface="Courier New"/>
                <a:cs typeface="Courier New"/>
              </a:rPr>
              <a:t>core/src/main/kotlin/com/cues/core/drafting/GrammarParser.kt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CAAA9"/>
                </a:solidFill>
                <a:latin typeface="Courier New"/>
                <a:ea typeface="Courier New"/>
                <a:cs typeface="Courier New"/>
              </a:rPr>
              <a:t>app/src/main/kotlin/com/cues/app/runtime/PowerReceiver.kt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CAAA9"/>
                </a:solidFill>
                <a:latin typeface="Courier New"/>
                <a:ea typeface="Courier New"/>
                <a:cs typeface="Courier New"/>
              </a:rPr>
              <a:t>app/src/main/kotlin/com/cues/app/runtime/TimeTriggerReceiver.kt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CAAA9"/>
                </a:solidFill>
                <a:latin typeface="Courier New"/>
                <a:ea typeface="Courier New"/>
                <a:cs typeface="Courier New"/>
              </a:rPr>
              <a:t>app/src/main/kotlin/com/cues/app/ui/insights/InsightsScreen.kt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323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D73267C-B49B-4BDA-98C4-B52692A7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9066A7-496E-409F-9390-C1BB4E6A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23774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0F12"/>
                </a:solidFill>
                <a:latin typeface="Arial"/>
                <a:ea typeface="Arial"/>
                <a:cs typeface="Arial"/>
              </a:rPr>
              <a:t>MOTION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A023237-375C-4137-9A7D-E6176CF2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881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2F4EE"/>
                </a:solidFill>
                <a:latin typeface="Arial"/>
                <a:ea typeface="Arial"/>
                <a:cs typeface="Arial"/>
              </a:rPr>
              <a:t>Why Cues wins the trust layer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115DE82-5DD0-488C-9258-46D7E803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108813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9CAAA9"/>
                </a:solidFill>
                <a:latin typeface="Arial"/>
                <a:ea typeface="Arial"/>
                <a:cs typeface="Arial"/>
              </a:rPr>
              <a:t>Local-first: inference and decisions run on-device by default. Explain-before-acting: every routine renders as WHEN / IF / DO / UNTIL / RESTORE before it can arm. Least privilege: each permission request is derived from what the routine does, asked for once it creates visible value. Human control: nothing executes until the user approves and arms it. Provenance: every drafted routine names the drafter that produced it. Fail safely: a blocked action is a PARTIAL session, never a quiet success, and cleanup only ever releases what Cues itself owns. That combination turns a clever suggestion into a shortcut a user can safely keep.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9810694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665730-B986-47F0-B65F-CD0C64B9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A451ECE-73C5-4541-86A4-78AF0165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23774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0F12"/>
                </a:solidFill>
                <a:latin typeface="Arial"/>
                <a:ea typeface="Arial"/>
                <a:cs typeface="Arial"/>
              </a:rPr>
              <a:t>MOTION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865E109-2291-4A8A-AF32-2234293E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881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2F4EE"/>
                </a:solidFill>
                <a:latin typeface="Arial"/>
                <a:ea typeface="Arial"/>
                <a:cs typeface="Arial"/>
              </a:rPr>
              <a:t>Ship the loop, then expand the surface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DF37B2-4161-4AF4-BE14-02340D03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108813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9CAAA9"/>
                </a:solidFill>
                <a:latin typeface="Arial"/>
                <a:ea typeface="Arial"/>
                <a:cs typeface="Arial"/>
              </a:rPr>
              <a:t>The next milestone is a reliable daily loop across time, charger, and device context. After that foundation is stable, Cues can add richer sensors and more capable actions without weakening the safety boundary.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06304257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2026-09-27T04:07:02.0250000Z</dcterms:created>
  <dcterms:modified xsi:type="dcterms:W3CDTF">2026-09-27T04:07:02.0250000Z</dcterms:modified>
</coreProperties>
</file>