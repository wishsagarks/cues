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Say the two lines on screen and move on. About eight seconds. This is a proposal, not a shipped app, and the deck says so on the first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honest difficulties, then the focus. Starting is not the hard part; knowing that the right thing will happen while you are not watching is.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sentence, then point at UNTIL and RESTORE. Those two rows are the product. Most automation reviews stop at DO.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architecture slide. Trace it left to right along the top, then point at the amber bar. Everything above it is a proposal; everything below is ordinary Android code acting on data a person approved. The model has no execution tools and the runtime never consults it.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reveal in the live demo. Starting a timer proves automation. Ending it correctly, without stamping on another mode, proves we modelled the whole routine. Twenty-five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it is roadmap, not promise. The one line that matters is the footer: we never infer that the user is free. Fifteen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word simulation out loud. These are synthetic sample events, not the judge's real history — a new install has none. Real-history replay is an opt-in local log later.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question, so ask it yourself first. Concede the comparison immediately — it buys the credibility to make the three distinctions. Supporting detail if pressed: Apple documents Private Cloud Compute usage limits for Siri AI, which is a fine trade for an assistant and a poor one for a standing rule. The footer line is the one to land.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we get contextual without surveillance. The user points at the signals. Naming a context Gym does not establish location — it is a user-defined predicate. Twenty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row is a real precedent with a citation in POSITIONING.md. Naming them honestly is stronger than pretending the field is empty, and it makes the last row credible. Twenty-five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demo sentence. Then stop talking and run it. Leave time for questions. Twenty-five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772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iQOO HACKATHON 2026  ·  OPEN 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23444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600"/>
              </a:lnSpc>
              <a:buNone/>
            </a:pPr>
            <a:r>
              <a:rPr lang="en-US" sz="13200" b="1" dirty="0">
                <a:solidFill>
                  <a:srgbClr val="FAFAF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CUES</a:t>
            </a:r>
            <a:endParaRPr lang="en-US" sz="1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1188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you declare.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that ends.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521208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name a context. The phone behaves accordingly, then stops. Offline, on iQOO. Proposed prototype.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automation builder. Not a system that learns about you.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HARD PART IS TRUSTING THE ROUTINE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471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262432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earbuds.</a:t>
            </a:r>
            <a:endParaRPr lang="en-US" sz="19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intentions.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3630168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Earbuds can mean a workout, a call or a commute. The user chooses which signals actually matter.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659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262432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routine needs</a:t>
            </a:r>
            <a:endParaRPr lang="en-US" sz="19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ending.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3630168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workout ends early. Quiet mode should release its own changes without overriding another routine.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96596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0B31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48472" y="226771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FOCUS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262432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routine you can</a:t>
            </a:r>
            <a:endParaRPr lang="en-US" sz="19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and trust.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3630168"/>
            <a:ext cx="2697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when it starts, when it stops and why it ran. Rehearse the behavior before activation.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SPOKEN ROUTINE WITH AN ENDING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F0B3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61288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SPOKEN ON THE PHONE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2578608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my earbuds connect after 6 PM on weekdays, start a 45-minute focus timer and quiet notifications. End it if I disconnect.”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resolves the device and shows every default.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14141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01968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ACTIVATING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5786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44968" y="25786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earbuds connect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305409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44968" y="3054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Weekdays, at or after 18:00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01968" y="3529584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44968" y="35295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timer + DND rule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400507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44968" y="4005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minutes or disconnect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4480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44968" y="4480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timer, release our DND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513892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Repeat: once per connection.   Access: Bluetooth, notifications, DND policy, timer scheduling.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MODEL DRAFTS. IT NEVER RUNS ANYTHING.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44475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AUTHORING  —  THE MODEL PARTICIPATES HERE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4984" y="1938528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or type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14984" y="2395728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words, shown as a transcript.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52978" y="2331720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8" name="Shape 6"/>
          <p:cNvSpPr/>
          <p:nvPr/>
        </p:nvSpPr>
        <p:spPr>
          <a:xfrm>
            <a:off x="3509010" y="1737360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6754" y="1938528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 to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46754" y="2395728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device. No audio leaves the phone.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4748" y="2331720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40780" y="1737360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8524" y="1938528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proposes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78524" y="2395728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data, closed vocabulary. Not code.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16518" y="2331720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16" name="Shape 14"/>
          <p:cNvSpPr/>
          <p:nvPr/>
        </p:nvSpPr>
        <p:spPr>
          <a:xfrm>
            <a:off x="8972550" y="1737360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0294" y="1938528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Validate, approve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210294" y="2395728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Bounds and access checked. You approve.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273552"/>
            <a:ext cx="10607040" cy="530352"/>
          </a:xfrm>
          <a:prstGeom prst="roundRect">
            <a:avLst>
              <a:gd name="adj" fmla="val 20690"/>
            </a:avLst>
          </a:prstGeom>
          <a:solidFill>
            <a:srgbClr val="F0B31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39242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   ·   Only approved, validated data crosses.   No model below this line, ever.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986784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 —  DETERMINISTIC ANDROID CODE ONLY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79392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14984" y="4480560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adapters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4937760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and charging, public APIs.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52978" y="4873752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26" name="Shape 24"/>
          <p:cNvSpPr/>
          <p:nvPr/>
        </p:nvSpPr>
        <p:spPr>
          <a:xfrm>
            <a:off x="3509010" y="4279392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746754" y="4480560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746754" y="4937760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never permits an action.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84748" y="4873752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30" name="Shape 28"/>
          <p:cNvSpPr/>
          <p:nvPr/>
        </p:nvSpPr>
        <p:spPr>
          <a:xfrm>
            <a:off x="6240780" y="4279392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8524" y="4480560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and actions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78524" y="4937760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session per connection.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16518" y="4873752"/>
            <a:ext cx="192024" cy="182880"/>
          </a:xfrm>
          <a:prstGeom prst="rightArrow">
            <a:avLst/>
          </a:prstGeom>
          <a:solidFill>
            <a:srgbClr val="C9C6BC"/>
          </a:solidFill>
          <a:ln/>
        </p:spPr>
      </p:sp>
      <p:sp>
        <p:nvSpPr>
          <p:cNvPr id="34" name="Shape 32"/>
          <p:cNvSpPr/>
          <p:nvPr/>
        </p:nvSpPr>
        <p:spPr>
          <a:xfrm>
            <a:off x="8972550" y="4279392"/>
            <a:ext cx="2411730" cy="13716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210294" y="4480560"/>
            <a:ext cx="193624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and receipt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210294" y="4937760"/>
            <a:ext cx="193624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owned effects, then explain.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valid schema is not a correct understanding, which is why a person approves the exact compiled cue before anything is armed.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82296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AFAF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ROUTINE ENDS.</a:t>
            </a:r>
            <a:endParaRPr lang="en-US" sz="5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200" b="1" dirty="0">
                <a:solidFill>
                  <a:srgbClr val="FAFAF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USER STAYS IN CONTROL.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77240" y="28346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24712" y="31363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34930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bounded session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449884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 or timeout ends the session. Reconnect noise must not start duplicate timers.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8346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6592" y="31363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736592" y="34930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only our changes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449884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Origin Flow’s DND contribution. Respect other active modes and explicit user changes.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28346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48472" y="31363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48472" y="349300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explanation every time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4498848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“Started: your earbuds connected at 18:12. Ended: you disconnected at 18:26.”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NEXT: ROUTINES THAT CAN WAIT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874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0B3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61288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STRETCH: AN EXPECTED EVENT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6128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I forget to plug in...”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161288" y="303580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11 PM, check charging state. If unplugged, remind me once. The deadline triggers the check.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01968" y="2148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AN OPPORTUNITY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49631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“When I next have a moment...”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01968" y="3035808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a study reminder until a chosen condition holds. Example: home Wi-Fi before 9 PM. Then expire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24712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24712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approved conditions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425196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stale tasks at the deadline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01000" y="4251960"/>
            <a:ext cx="3383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48472" y="44805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4846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what is still missing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context first. “Free time” needs an explicit definition, never a guessed permission to interrupt.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96112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REHEARSE WHEN IT WOULD RUN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rule on clearly labeled sample events. Later, opt into a local event log to replay your own observed history. A new install has no past week to inspect, and never pretends otherwise.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0B3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18:24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8207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1087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491087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91087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9174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0B3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022054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022054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18:51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22054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70141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0B3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553021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553021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19:02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53021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01107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0B3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083987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83987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18:36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3987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32074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14954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14954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18:20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14954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963041" y="3291840"/>
            <a:ext cx="1421239" cy="1508760"/>
          </a:xfrm>
          <a:prstGeom prst="roundRect">
            <a:avLst>
              <a:gd name="adj" fmla="val 7721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5921" y="3529584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145921" y="3895344"/>
            <a:ext cx="1055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18:40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145921" y="4279392"/>
            <a:ext cx="10554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skipped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166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sample events: four starts, three skips. Tuesday is too early. The weekend is excluded. Tap a result to see the reason.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CONTEXTUAL IS NOT ONLY ABOUT STARTING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5361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 AI in iOS 27 infers context from messages, emails, photos and what is on screen. That is real, and more contextual than we are. We take a different position on purpose.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395728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" y="2697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DECLARED, NOT INFERRED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305409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choose the signals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4059936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routine uses only what you attach: these earbuds, this Wi-Fi, this window. Everything else stays unknown.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395728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2697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BUDGET, NO NETWORK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305409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is not an assistant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4059936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assistant may be rate-limited or offline. A rule firing every evening for months cannot have a budget.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395728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0B3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48472" y="26974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3054096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context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4059936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Noticing a moment began is well covered. Releasing only what the routine owns, and respecting a later choice, is where we concentrate.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AFA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claiming to beat Apple at inference. We are claiming a standing rule is a different problem from an assistant.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CONTEXT THAT THE USER CAN TEACH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51790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richer context should become visible, editable rules. Every proposal still needs approval.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4712" y="25420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SETUP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24712" y="289864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“Remember this setup”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24712" y="390448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current Wi-Fi, earbuds and time window. Name it “Study desk.” Reuse only the signals you chose.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2402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6592" y="25420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CHANGE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89864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“Just for this week”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390448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 routine to 8 PM until Sunday. Preview the change, approve it, and restore the base version automatically.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24028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E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48472" y="254203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OWN CONTEXT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48472" y="2898648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“Use this timetable”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48472" y="3904488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 class schedule or screenshot into Flow. Review the extracted times, then approve the suggested routines.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input through the share sheet and explicit selection — not continuous screen reading or ambient listening.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E0E0E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FOCUSED POSITION IN A CROWDED FIELD</a:t>
            </a:r>
            <a:endParaRPr lang="en-US" sz="3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Documented capability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Apple Siri AI / iOS 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Personal-context inference, onscreen awareness, description-based automations; Private Cloud Compute with usage limits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Tasker 6.5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Natural-language generation of projects, profiles and 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Samsung Modes and Routines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Context rules, including end-of-routine actions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PhoneOS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Natural-language, multi-step phone tasks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Cues (proposal)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Declared context, offline authoring and runtime, bounded sessions with approved endings, rehearsal and receipts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" y="5074920"/>
            <a:ext cx="10607040" cy="1005840"/>
          </a:xfrm>
          <a:prstGeom prst="roundRect">
            <a:avLst>
              <a:gd name="adj" fmla="val 10909"/>
            </a:avLst>
          </a:prstGeom>
          <a:solidFill>
            <a:srgbClr val="F0B31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61288" y="5303520"/>
            <a:ext cx="9838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bet: make a small set of phone routines easier to trust and correct. Prove it on iQOO with an offline start-and-stop demo.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AFAF7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30-HOUR BUILD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7724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0B31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471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PROOF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24712" y="2487168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voice and review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Bluetooth + charging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timer + owned DND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and reason receipts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Sample-event rehearsal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3659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IF STABLE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36592" y="2487168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+ time triggers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deadline reminder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01000" y="1828800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1A1A18"/>
          </a:solidFill>
          <a:ln w="12700">
            <a:solidFill>
              <a:srgbClr val="2E2E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48472" y="210312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2487168"/>
            <a:ext cx="2697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named contexts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rule changes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 import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Opt-in history replay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Kit integration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prove background delivery and cleanup on the actual iQOO. Cut extra adapters before cutting the end-to-end demo.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6235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0B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airplane mode on, Wi-Fi off, Bluetooth on. Speak, approve, connect, then disconnect. Show the timer ending and our DND contribution released.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Cues</dc:title>
  <dc:subject>PptxGenJS Presentation</dc:subject>
  <dc:creator>PptxGenJS</dc:creator>
  <cp:lastModifiedBy>PptxGenJS</cp:lastModifiedBy>
  <cp:revision>1</cp:revision>
  <dcterms:created xsi:type="dcterms:W3CDTF">2026-09-21T19:22:38Z</dcterms:created>
  <dcterms:modified xsi:type="dcterms:W3CDTF">2026-09-21T19:22:38Z</dcterms:modified>
</cp:coreProperties>
</file>